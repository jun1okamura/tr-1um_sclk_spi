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94"/>
  </p:normalViewPr>
  <p:slideViewPr>
    <p:cSldViewPr snapToGrid="0">
      <p:cViewPr varScale="1">
        <p:scale>
          <a:sx n="117" d="100"/>
          <a:sy n="117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B1DC-C88D-8462-9638-3B9C0458C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9BD52-DDFF-4580-FFAA-00961B3F0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13651-B362-601B-385B-F8EB5275B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AFD8A-D5B7-6FCB-CED7-94BDDCC3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2BE38-2AFE-EF2E-98E3-68C66D04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2040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3FDA-A0A8-956E-8D8A-5444859A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43370-9A54-5C6F-5B7A-DBD4CABC2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EE7C8-D91F-9CF6-D4BA-B367FA22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D077B-74B9-28D7-4965-6FF68F14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30A23-295D-A9A1-809E-82D07B93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9573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B6F8B-2584-8677-EDF9-A9793A971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905C-1579-6A08-3D31-B6D7EFE4A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A402E-BD20-70E2-2732-75E2763A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0238B-CC9B-F7B7-EC95-169BB6BB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C607D-440E-9035-7156-278E90D2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1867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6528C-4A2A-9172-CD44-6949FA56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02B9F-DBDB-40D7-F9A3-15B6271A4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7AD7-6B28-6902-E68D-78B7427BA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999A1-32D0-83FE-C6D3-65EE9A93C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2EFC3-F339-2CEC-B431-AD31C2C2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1B2C5-C401-950F-D1D4-7894C2E4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9232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FDD7-D3F7-91EF-8578-04DAE2DB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42357-4A35-CACA-5164-4FE60C044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A330D-F576-A0F9-9A76-71C2CC9FD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B59CA0-1D3C-7D36-7E17-D708BBADC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77DDB-D5D4-9F2D-A7D3-1419E1BBDB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D952C-5F85-680E-67FC-1FBECA62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6E2A4-FE57-1520-76C4-329E7D6C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9A0D0-3D52-31F3-A620-1CE4CC55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9559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DFB6-DDAE-8C15-8172-0E16AD678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32109-0223-56C6-0F41-7A70205B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0E787-1BF1-0BEB-F155-324E47FA1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76B5A-4F28-394B-62D6-F110E714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6466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6E1E98-BE1D-39A6-9E36-5D9F316D1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33A7C1-30C1-944B-79A0-CF885D66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DC255-EF97-3200-5884-F49F91DC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43925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2EEF-2449-8763-EFD9-2E614C20B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84C6E-D6D4-3399-6117-1A7DF46D8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BE160-9954-2178-C99F-B5AA18B00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A7D75-8B9F-CEA8-B7B3-36D1F177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DAA73-01B7-E32E-1EF5-AA525CC4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8F3EF-BF94-8D59-15F6-1E035C8D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37323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D9F-A8A9-AA9A-EEE6-30B3B4B34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9D514F-AFFD-DEDD-55DA-E2392606B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1167D-7271-AD1F-F74E-3FF7674EA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AEA17-DDCA-107B-0C47-F53D63FE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D1A06-3A7A-065C-5559-9FD046555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7385A-BC7F-B975-0ED8-9821DC92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325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501D-C575-38DE-68E5-74C013A4E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470F5-FA8B-2F55-4BC3-3D97DF8F2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6752-6AD9-628D-9D8B-B4817F5A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90387-9386-0D17-B0EB-16D6E1673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F9E06-1B2D-9CEB-5779-547B8FEA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0125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8EAF83-D15C-37AA-4365-3DDB9D53F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36A0A-6F59-5AE6-40CB-298B22F9F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45518-EA69-25AC-75AB-BEF281ABD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7A299-767B-0A84-570B-58058F39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0C951-A912-EBCE-CD31-456791B8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84346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7820C-B2AD-905F-09FD-D5E8113A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DF6CD-ED98-BADB-8814-E9794B412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73D35-C1FC-F076-610A-CDDB14564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E99B-10D6-B471-7C75-6449CB37A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3DECB-75EF-51F5-6941-FECE97836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1324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0B49BE88-E862-D24F-DE82-8ACC96D5B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89" y="193667"/>
            <a:ext cx="9962022" cy="684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3AC02B-CAC8-B22B-2547-257F9651F5E9}"/>
              </a:ext>
            </a:extLst>
          </p:cNvPr>
          <p:cNvSpPr txBox="1"/>
          <p:nvPr/>
        </p:nvSpPr>
        <p:spPr>
          <a:xfrm>
            <a:off x="1821201" y="5805000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(-1250,-1250)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5373C-2C92-EDFC-49ED-A15A7517436D}"/>
              </a:ext>
            </a:extLst>
          </p:cNvPr>
          <p:cNvSpPr txBox="1"/>
          <p:nvPr/>
        </p:nvSpPr>
        <p:spPr>
          <a:xfrm>
            <a:off x="8396857" y="1237666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(1250,1250)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204341-4D46-9B82-574A-1C9556CF8B26}"/>
              </a:ext>
            </a:extLst>
          </p:cNvPr>
          <p:cNvGrpSpPr/>
          <p:nvPr/>
        </p:nvGrpSpPr>
        <p:grpSpPr>
          <a:xfrm>
            <a:off x="5772000" y="3467858"/>
            <a:ext cx="648000" cy="648000"/>
            <a:chOff x="5772000" y="3105000"/>
            <a:chExt cx="648000" cy="64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29CFADE-ADC9-CB86-829B-0DACE207543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05000"/>
              <a:ext cx="0" cy="64800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CFB2CA2-37A4-70D3-AB03-C875DA5BBA78}"/>
                </a:ext>
              </a:extLst>
            </p:cNvPr>
            <p:cNvCxnSpPr>
              <a:cxnSpLocks/>
            </p:cNvCxnSpPr>
            <p:nvPr/>
          </p:nvCxnSpPr>
          <p:spPr>
            <a:xfrm>
              <a:off x="5772000" y="3429000"/>
              <a:ext cx="648000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87E043B-F7B4-3198-F180-F4C07FAF8D88}"/>
              </a:ext>
            </a:extLst>
          </p:cNvPr>
          <p:cNvSpPr txBox="1"/>
          <p:nvPr/>
        </p:nvSpPr>
        <p:spPr>
          <a:xfrm>
            <a:off x="5440286" y="3791859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FB6941-8AC8-4EEE-0472-A2EDC51BA072}"/>
              </a:ext>
            </a:extLst>
          </p:cNvPr>
          <p:cNvSpPr txBox="1"/>
          <p:nvPr/>
        </p:nvSpPr>
        <p:spPr>
          <a:xfrm>
            <a:off x="4332857" y="2116908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JP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op_cell:name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E48B9C-3412-A2C2-14EE-6554E6B6E364}"/>
              </a:ext>
            </a:extLst>
          </p:cNvPr>
          <p:cNvSpPr txBox="1"/>
          <p:nvPr/>
        </p:nvSpPr>
        <p:spPr>
          <a:xfrm>
            <a:off x="4332857" y="2690335"/>
            <a:ext cx="348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“OSS_FRAME” on (0,0)</a:t>
            </a:r>
            <a:endParaRPr lang="en-JP" b="1" dirty="0">
              <a:solidFill>
                <a:schemeClr val="bg1">
                  <a:lumMod val="9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FB75FC4-EA73-5FC7-9F7A-D6683141A3E4}"/>
              </a:ext>
            </a:extLst>
          </p:cNvPr>
          <p:cNvSpPr/>
          <p:nvPr/>
        </p:nvSpPr>
        <p:spPr>
          <a:xfrm>
            <a:off x="3859401" y="1542395"/>
            <a:ext cx="432000" cy="432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E92C2-54C9-D3FB-3FD7-7248D590FDA8}"/>
              </a:ext>
            </a:extLst>
          </p:cNvPr>
          <p:cNvSpPr txBox="1"/>
          <p:nvPr/>
        </p:nvSpPr>
        <p:spPr>
          <a:xfrm>
            <a:off x="1603988" y="1417123"/>
            <a:ext cx="1797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Reserved Area for Project Supporters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629228-F999-BE5E-938C-A92C2E2CE61C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 flipV="1">
            <a:off x="3401487" y="1758395"/>
            <a:ext cx="457914" cy="1203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96FD5C4-D4F3-DEA5-CED1-9C70D3343911}"/>
              </a:ext>
            </a:extLst>
          </p:cNvPr>
          <p:cNvSpPr/>
          <p:nvPr/>
        </p:nvSpPr>
        <p:spPr>
          <a:xfrm>
            <a:off x="7916142" y="1535140"/>
            <a:ext cx="432000" cy="432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04F870C-18CD-8102-72E1-D0BA4A5A6368}"/>
              </a:ext>
            </a:extLst>
          </p:cNvPr>
          <p:cNvSpPr/>
          <p:nvPr/>
        </p:nvSpPr>
        <p:spPr>
          <a:xfrm>
            <a:off x="7908885" y="5577370"/>
            <a:ext cx="432000" cy="432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476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0794B-816A-E75F-2777-5C6DEA5A7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35377160-CF08-F0A9-7CE9-CF012044A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89" y="230340"/>
            <a:ext cx="9962022" cy="684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97EFBE-4841-8607-1CD2-C6E8BA51CF8B}"/>
              </a:ext>
            </a:extLst>
          </p:cNvPr>
          <p:cNvSpPr txBox="1"/>
          <p:nvPr/>
        </p:nvSpPr>
        <p:spPr>
          <a:xfrm>
            <a:off x="1821201" y="5805000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(-1250,-1250)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2EAA5-65B5-CBAF-4FAA-5CFDFAAA9DD6}"/>
              </a:ext>
            </a:extLst>
          </p:cNvPr>
          <p:cNvSpPr txBox="1"/>
          <p:nvPr/>
        </p:nvSpPr>
        <p:spPr>
          <a:xfrm>
            <a:off x="8396857" y="1237666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(1250,1250)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0A3F96-2ED0-CA67-140B-256F8034C24C}"/>
              </a:ext>
            </a:extLst>
          </p:cNvPr>
          <p:cNvGrpSpPr/>
          <p:nvPr/>
        </p:nvGrpSpPr>
        <p:grpSpPr>
          <a:xfrm>
            <a:off x="5772000" y="3467858"/>
            <a:ext cx="648000" cy="648000"/>
            <a:chOff x="5772000" y="3105000"/>
            <a:chExt cx="648000" cy="64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1BCE5C4-B3F3-9FE9-CDB8-E26EB97131A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05000"/>
              <a:ext cx="0" cy="64800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A7C5BAA-20D0-F3A3-9A97-00F66A0E13CF}"/>
                </a:ext>
              </a:extLst>
            </p:cNvPr>
            <p:cNvCxnSpPr>
              <a:cxnSpLocks/>
            </p:cNvCxnSpPr>
            <p:nvPr/>
          </p:nvCxnSpPr>
          <p:spPr>
            <a:xfrm>
              <a:off x="5772000" y="3429000"/>
              <a:ext cx="648000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22384D3-56A8-6863-4341-9D830CC4F2E7}"/>
              </a:ext>
            </a:extLst>
          </p:cNvPr>
          <p:cNvSpPr txBox="1"/>
          <p:nvPr/>
        </p:nvSpPr>
        <p:spPr>
          <a:xfrm>
            <a:off x="5440286" y="3791859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069E2-CB63-74B1-F089-5EB97F052095}"/>
              </a:ext>
            </a:extLst>
          </p:cNvPr>
          <p:cNvSpPr txBox="1"/>
          <p:nvPr/>
        </p:nvSpPr>
        <p:spPr>
          <a:xfrm>
            <a:off x="4115143" y="1912812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JP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op_cell:name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43B9CD-23FC-7424-1E6E-9C58D70B4E9B}"/>
              </a:ext>
            </a:extLst>
          </p:cNvPr>
          <p:cNvSpPr txBox="1"/>
          <p:nvPr/>
        </p:nvSpPr>
        <p:spPr>
          <a:xfrm>
            <a:off x="4332857" y="2690335"/>
            <a:ext cx="348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“OSS_FRAME_TEG” on (0,0)</a:t>
            </a:r>
            <a:endParaRPr lang="en-JP" b="1" dirty="0">
              <a:solidFill>
                <a:schemeClr val="bg1">
                  <a:lumMod val="9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91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59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OKAMURA/岡村淳一</dc:creator>
  <cp:lastModifiedBy>Jun OKAMURA/岡村淳一</cp:lastModifiedBy>
  <cp:revision>4</cp:revision>
  <dcterms:created xsi:type="dcterms:W3CDTF">2026-01-26T04:14:41Z</dcterms:created>
  <dcterms:modified xsi:type="dcterms:W3CDTF">2026-01-26T05:58:01Z</dcterms:modified>
</cp:coreProperties>
</file>